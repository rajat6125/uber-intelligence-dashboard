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4D90-6D0E-483C-2B4B-3184EB901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09B76-0571-1BEF-D9F2-3FB3B1512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D01F3-C21A-1314-CC0E-2CCFB292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7514B-4EC0-9D7C-3F6E-E69C73319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F751-5C9D-2081-DEE2-579EF606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76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6D07-F861-1345-4987-5B125779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C223-DFE7-6C5B-447F-A816A050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7812F-3D60-8771-DDC1-181F3D6F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AE2F1-3C3B-8341-CF1E-5854C0FD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D52BF-F3F7-7747-A357-AB011939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01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2EE7-9CB7-FC16-8F63-B6E4AC5C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AF6EC-D166-A15F-7123-7F31BAD11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29803-A7BB-6D2A-9A61-A91BC814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73FEE-3841-4A37-6047-0282FA5F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2DC46-A347-88B9-C0AC-91DBB0BA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6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EE93-AEE6-BD8E-0825-DEE999D9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EB65-AC24-FFA3-C850-ADDEFC28D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408C1-EC8A-3EC0-41DD-52AC733A9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B8F45-F989-00C3-26A5-B4DEF2A4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27D9-5FCB-EF03-4745-6B839959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DFE5F-94A8-9073-57AA-D6A3BD35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0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8221-DF77-0D7F-5CE5-9DC9DBA5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D56E7-1A47-AE77-3EB7-4DA1A9E1C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DEF97-B06C-B159-DB3B-A8D771D28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8FDA5-1161-7AC3-94F0-EC02DD4FA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B5F96-36BD-3C5B-8902-A03A98EA7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CE3D7-2754-BD6E-2934-319B4B52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11256-90D6-01E3-F9C0-B559BA61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7BD53-3DC6-65D7-4295-4BD32D04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46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D21F-51C1-012F-540A-0ADEDE0B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8550A-86E7-8B16-38AE-4603DE99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D3C9C-3AE0-E606-9B06-A381401A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B0547-57DD-A8F9-8213-ABEC850E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1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D9F0D-C5A7-8887-C30D-B56055739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30C0D-3062-8880-58FB-87D7E02A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DB697-D4C5-43B0-44B0-0D40C99A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42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CE12-13A1-38B8-56FE-D3198A61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6DC4-8DBB-BD95-B372-A66FB864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49F04-52AF-831E-084F-093F66817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F49E2-B36F-14AD-FCCE-4058E7E0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8A39A-55FE-D2BF-B630-B1458310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6426E-7978-E442-A7AC-00E9A3E7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53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FC06-BD22-240C-158C-102C0C68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FDEA10-8AA1-5F10-8719-64CCFB9B2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26A61-7811-1CC5-C5C8-3A90644DD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F049C-5106-FAA9-FA29-49E69160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B07F1-7B11-D836-6B35-EB5C5E21D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444C6-B8DE-4987-5284-69F69580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41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4049-C7E9-83C5-DB51-9EA4932A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C6C4C-802B-0F3A-BA5B-21B26D53C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C5208-1DA0-2CD3-349F-CF4A896D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1C52B-620F-AF41-69A2-A83866EA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F4FF5-B202-C380-B6FF-4655BF66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207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25AD18-094F-FF42-2097-D3FFAE2D3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51060-2E98-A6E8-9744-A3FDFB0CF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94A47-6115-D0B5-F43E-F979EB8F8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3D53-C02B-BCE8-83BC-E8D66853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F7DCF-5144-EF94-D72F-106590A2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051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0E6E3-7F0E-FD4A-D080-8B990CC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02CDC-6F20-DE7E-26F0-87807A43B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AEE9F-53E0-DE7F-CFA5-5179781A8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BE092-F41F-4496-B850-05C99CFB875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1C561-F760-FB4F-E293-6202E4804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C86A9-11C4-F57F-6320-FB00D3144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9734D-1BB2-4BEB-8BFD-6843023C5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56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5CA60A9-78E8-73F4-2F06-B2D063200CDA}"/>
              </a:ext>
            </a:extLst>
          </p:cNvPr>
          <p:cNvSpPr/>
          <p:nvPr/>
        </p:nvSpPr>
        <p:spPr>
          <a:xfrm>
            <a:off x="189271" y="1111044"/>
            <a:ext cx="1292942" cy="1317523"/>
          </a:xfrm>
          <a:prstGeom prst="ellipse">
            <a:avLst/>
          </a:prstGeom>
          <a:solidFill>
            <a:schemeClr val="bg1"/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Colorful Indian Auto Rickshaw Cartoon Illustration, Cartoon Clipart, Indian  Clipart, Auto Rickshaw PNG Transparent Image and Clipart for Free Download">
            <a:extLst>
              <a:ext uri="{FF2B5EF4-FFF2-40B4-BE49-F238E27FC236}">
                <a16:creationId xmlns:a16="http://schemas.microsoft.com/office/drawing/2014/main" id="{25D2DF82-8F52-C784-DCFA-07BD6F87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3" y="1111044"/>
            <a:ext cx="1245010" cy="1245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B36B91-53FC-A087-17F8-5686EB56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58" r="28054"/>
          <a:stretch>
            <a:fillRect/>
          </a:stretch>
        </p:blipFill>
        <p:spPr>
          <a:xfrm>
            <a:off x="504037" y="358928"/>
            <a:ext cx="11183925" cy="69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633497-3EC6-F628-1487-1DA52A3D1D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E26AA3-A0BF-E44D-437A-111D78D7069D}"/>
              </a:ext>
            </a:extLst>
          </p:cNvPr>
          <p:cNvSpPr/>
          <p:nvPr/>
        </p:nvSpPr>
        <p:spPr>
          <a:xfrm>
            <a:off x="157314" y="167148"/>
            <a:ext cx="3342970" cy="4933220"/>
          </a:xfrm>
          <a:custGeom>
            <a:avLst/>
            <a:gdLst>
              <a:gd name="csX0" fmla="*/ 0 w 4218040"/>
              <a:gd name="csY0" fmla="*/ 267382 h 4925962"/>
              <a:gd name="csX1" fmla="*/ 267382 w 4218040"/>
              <a:gd name="csY1" fmla="*/ 0 h 4925962"/>
              <a:gd name="csX2" fmla="*/ 3950658 w 4218040"/>
              <a:gd name="csY2" fmla="*/ 0 h 4925962"/>
              <a:gd name="csX3" fmla="*/ 4218040 w 4218040"/>
              <a:gd name="csY3" fmla="*/ 267382 h 4925962"/>
              <a:gd name="csX4" fmla="*/ 4218040 w 4218040"/>
              <a:gd name="csY4" fmla="*/ 4658580 h 4925962"/>
              <a:gd name="csX5" fmla="*/ 3950658 w 4218040"/>
              <a:gd name="csY5" fmla="*/ 4925962 h 4925962"/>
              <a:gd name="csX6" fmla="*/ 267382 w 4218040"/>
              <a:gd name="csY6" fmla="*/ 4925962 h 4925962"/>
              <a:gd name="csX7" fmla="*/ 0 w 4218040"/>
              <a:gd name="csY7" fmla="*/ 4658580 h 4925962"/>
              <a:gd name="csX8" fmla="*/ 0 w 4218040"/>
              <a:gd name="csY8" fmla="*/ 267382 h 4925962"/>
              <a:gd name="csX0" fmla="*/ 0 w 4227873"/>
              <a:gd name="csY0" fmla="*/ 267382 h 4933220"/>
              <a:gd name="csX1" fmla="*/ 267382 w 4227873"/>
              <a:gd name="csY1" fmla="*/ 0 h 4933220"/>
              <a:gd name="csX2" fmla="*/ 3950658 w 4227873"/>
              <a:gd name="csY2" fmla="*/ 0 h 4933220"/>
              <a:gd name="csX3" fmla="*/ 4218040 w 4227873"/>
              <a:gd name="csY3" fmla="*/ 267382 h 4933220"/>
              <a:gd name="csX4" fmla="*/ 4227873 w 4227873"/>
              <a:gd name="csY4" fmla="*/ 4825728 h 4933220"/>
              <a:gd name="csX5" fmla="*/ 3950658 w 4227873"/>
              <a:gd name="csY5" fmla="*/ 4925962 h 4933220"/>
              <a:gd name="csX6" fmla="*/ 267382 w 4227873"/>
              <a:gd name="csY6" fmla="*/ 4925962 h 4933220"/>
              <a:gd name="csX7" fmla="*/ 0 w 4227873"/>
              <a:gd name="csY7" fmla="*/ 4658580 h 4933220"/>
              <a:gd name="csX8" fmla="*/ 0 w 4227873"/>
              <a:gd name="csY8" fmla="*/ 267382 h 4933220"/>
              <a:gd name="csX0" fmla="*/ 19665 w 4247538"/>
              <a:gd name="csY0" fmla="*/ 267382 h 4933220"/>
              <a:gd name="csX1" fmla="*/ 287047 w 4247538"/>
              <a:gd name="csY1" fmla="*/ 0 h 4933220"/>
              <a:gd name="csX2" fmla="*/ 3970323 w 4247538"/>
              <a:gd name="csY2" fmla="*/ 0 h 4933220"/>
              <a:gd name="csX3" fmla="*/ 4237705 w 4247538"/>
              <a:gd name="csY3" fmla="*/ 267382 h 4933220"/>
              <a:gd name="csX4" fmla="*/ 4247538 w 4247538"/>
              <a:gd name="csY4" fmla="*/ 4825728 h 4933220"/>
              <a:gd name="csX5" fmla="*/ 3970323 w 4247538"/>
              <a:gd name="csY5" fmla="*/ 4925962 h 4933220"/>
              <a:gd name="csX6" fmla="*/ 287047 w 4247538"/>
              <a:gd name="csY6" fmla="*/ 4925962 h 4933220"/>
              <a:gd name="csX7" fmla="*/ 0 w 4247538"/>
              <a:gd name="csY7" fmla="*/ 4786399 h 4933220"/>
              <a:gd name="csX8" fmla="*/ 19665 w 4247538"/>
              <a:gd name="csY8" fmla="*/ 267382 h 493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47538" h="4933220">
                <a:moveTo>
                  <a:pt x="19665" y="267382"/>
                </a:moveTo>
                <a:cubicBezTo>
                  <a:pt x="19665" y="119711"/>
                  <a:pt x="139376" y="0"/>
                  <a:pt x="287047" y="0"/>
                </a:cubicBezTo>
                <a:lnTo>
                  <a:pt x="3970323" y="0"/>
                </a:lnTo>
                <a:cubicBezTo>
                  <a:pt x="4117994" y="0"/>
                  <a:pt x="4237705" y="119711"/>
                  <a:pt x="4237705" y="267382"/>
                </a:cubicBezTo>
                <a:cubicBezTo>
                  <a:pt x="4237705" y="1731115"/>
                  <a:pt x="4247538" y="3361995"/>
                  <a:pt x="4247538" y="4825728"/>
                </a:cubicBezTo>
                <a:cubicBezTo>
                  <a:pt x="4247538" y="4973399"/>
                  <a:pt x="4117994" y="4925962"/>
                  <a:pt x="3970323" y="4925962"/>
                </a:cubicBezTo>
                <a:lnTo>
                  <a:pt x="287047" y="4925962"/>
                </a:lnTo>
                <a:cubicBezTo>
                  <a:pt x="139376" y="4925962"/>
                  <a:pt x="0" y="4934070"/>
                  <a:pt x="0" y="4786399"/>
                </a:cubicBezTo>
                <a:lnTo>
                  <a:pt x="19665" y="26738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82CCB-D411-3931-0911-768BEB04394E}"/>
              </a:ext>
            </a:extLst>
          </p:cNvPr>
          <p:cNvSpPr/>
          <p:nvPr/>
        </p:nvSpPr>
        <p:spPr>
          <a:xfrm>
            <a:off x="157314" y="4607584"/>
            <a:ext cx="334297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94A5335-BDBF-52D4-0949-71A79B6ECE3F}"/>
              </a:ext>
            </a:extLst>
          </p:cNvPr>
          <p:cNvSpPr/>
          <p:nvPr/>
        </p:nvSpPr>
        <p:spPr>
          <a:xfrm rot="-540000">
            <a:off x="122853" y="96125"/>
            <a:ext cx="3382544" cy="2463526"/>
          </a:xfrm>
          <a:custGeom>
            <a:avLst/>
            <a:gdLst>
              <a:gd name="csX0" fmla="*/ 537667 w 2781040"/>
              <a:gd name="csY0" fmla="*/ 3256 h 2076461"/>
              <a:gd name="csX1" fmla="*/ 2560565 w 2781040"/>
              <a:gd name="csY1" fmla="*/ 323651 h 2076461"/>
              <a:gd name="csX2" fmla="*/ 2777785 w 2781040"/>
              <a:gd name="csY2" fmla="*/ 622629 h 2076461"/>
              <a:gd name="csX3" fmla="*/ 2575199 w 2781040"/>
              <a:gd name="csY3" fmla="*/ 1901702 h 2076461"/>
              <a:gd name="csX4" fmla="*/ 2404529 w 2781040"/>
              <a:gd name="csY4" fmla="*/ 1955539 h 2076461"/>
              <a:gd name="csX5" fmla="*/ 1489838 w 2781040"/>
              <a:gd name="csY5" fmla="*/ 2076461 h 2076461"/>
              <a:gd name="csX6" fmla="*/ 175981 w 2781040"/>
              <a:gd name="csY6" fmla="*/ 1813667 h 2076461"/>
              <a:gd name="csX7" fmla="*/ 0 w 2781040"/>
              <a:gd name="csY7" fmla="*/ 1727496 h 2076461"/>
              <a:gd name="csX8" fmla="*/ 238689 w 2781040"/>
              <a:gd name="csY8" fmla="*/ 220476 h 2076461"/>
              <a:gd name="csX9" fmla="*/ 537667 w 2781040"/>
              <a:gd name="csY9" fmla="*/ 3256 h 2076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781040" h="2076461">
                <a:moveTo>
                  <a:pt x="537667" y="3256"/>
                </a:moveTo>
                <a:lnTo>
                  <a:pt x="2560565" y="323651"/>
                </a:lnTo>
                <a:cubicBezTo>
                  <a:pt x="2703109" y="346228"/>
                  <a:pt x="2800362" y="480085"/>
                  <a:pt x="2777785" y="622629"/>
                </a:cubicBezTo>
                <a:lnTo>
                  <a:pt x="2575199" y="1901702"/>
                </a:lnTo>
                <a:lnTo>
                  <a:pt x="2404529" y="1955539"/>
                </a:lnTo>
                <a:cubicBezTo>
                  <a:pt x="2123390" y="2033403"/>
                  <a:pt x="1814293" y="2076461"/>
                  <a:pt x="1489838" y="2076461"/>
                </a:cubicBezTo>
                <a:cubicBezTo>
                  <a:pt x="1003156" y="2076461"/>
                  <a:pt x="551029" y="1979581"/>
                  <a:pt x="175981" y="1813667"/>
                </a:cubicBezTo>
                <a:lnTo>
                  <a:pt x="0" y="1727496"/>
                </a:lnTo>
                <a:lnTo>
                  <a:pt x="238689" y="220476"/>
                </a:lnTo>
                <a:cubicBezTo>
                  <a:pt x="261266" y="77931"/>
                  <a:pt x="395122" y="-19321"/>
                  <a:pt x="537667" y="325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FFCE4E-68B1-8F66-9943-F29144B0054E}"/>
              </a:ext>
            </a:extLst>
          </p:cNvPr>
          <p:cNvSpPr/>
          <p:nvPr/>
        </p:nvSpPr>
        <p:spPr>
          <a:xfrm>
            <a:off x="314632" y="3618395"/>
            <a:ext cx="914400" cy="914400"/>
          </a:xfrm>
          <a:prstGeom prst="roundRect">
            <a:avLst/>
          </a:prstGeom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201E42-D2D2-B629-FCC3-A419B222F28F}"/>
              </a:ext>
            </a:extLst>
          </p:cNvPr>
          <p:cNvSpPr/>
          <p:nvPr/>
        </p:nvSpPr>
        <p:spPr>
          <a:xfrm>
            <a:off x="1381428" y="3618395"/>
            <a:ext cx="914400" cy="914400"/>
          </a:xfrm>
          <a:prstGeom prst="roundRect">
            <a:avLst/>
          </a:prstGeom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B6F9075-2A58-FD29-9453-5AF54899AE36}"/>
              </a:ext>
            </a:extLst>
          </p:cNvPr>
          <p:cNvSpPr/>
          <p:nvPr/>
        </p:nvSpPr>
        <p:spPr>
          <a:xfrm>
            <a:off x="2448224" y="3618395"/>
            <a:ext cx="914400" cy="914400"/>
          </a:xfrm>
          <a:prstGeom prst="roundRect">
            <a:avLst/>
          </a:prstGeom>
          <a:ln>
            <a:noFill/>
          </a:ln>
          <a:effectLst>
            <a:outerShdw blurRad="1651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9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7686-0739-12E5-698F-3B4813DF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C8A47-44DD-6AA3-79B2-E9C9C5AA2F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276C40-3D32-CE96-1520-6ED7419B23CB}"/>
              </a:ext>
            </a:extLst>
          </p:cNvPr>
          <p:cNvSpPr/>
          <p:nvPr/>
        </p:nvSpPr>
        <p:spPr>
          <a:xfrm>
            <a:off x="157314" y="167148"/>
            <a:ext cx="2713705" cy="4933220"/>
          </a:xfrm>
          <a:custGeom>
            <a:avLst/>
            <a:gdLst>
              <a:gd name="csX0" fmla="*/ 0 w 4218040"/>
              <a:gd name="csY0" fmla="*/ 267382 h 4925962"/>
              <a:gd name="csX1" fmla="*/ 267382 w 4218040"/>
              <a:gd name="csY1" fmla="*/ 0 h 4925962"/>
              <a:gd name="csX2" fmla="*/ 3950658 w 4218040"/>
              <a:gd name="csY2" fmla="*/ 0 h 4925962"/>
              <a:gd name="csX3" fmla="*/ 4218040 w 4218040"/>
              <a:gd name="csY3" fmla="*/ 267382 h 4925962"/>
              <a:gd name="csX4" fmla="*/ 4218040 w 4218040"/>
              <a:gd name="csY4" fmla="*/ 4658580 h 4925962"/>
              <a:gd name="csX5" fmla="*/ 3950658 w 4218040"/>
              <a:gd name="csY5" fmla="*/ 4925962 h 4925962"/>
              <a:gd name="csX6" fmla="*/ 267382 w 4218040"/>
              <a:gd name="csY6" fmla="*/ 4925962 h 4925962"/>
              <a:gd name="csX7" fmla="*/ 0 w 4218040"/>
              <a:gd name="csY7" fmla="*/ 4658580 h 4925962"/>
              <a:gd name="csX8" fmla="*/ 0 w 4218040"/>
              <a:gd name="csY8" fmla="*/ 267382 h 4925962"/>
              <a:gd name="csX0" fmla="*/ 0 w 4227873"/>
              <a:gd name="csY0" fmla="*/ 267382 h 4933220"/>
              <a:gd name="csX1" fmla="*/ 267382 w 4227873"/>
              <a:gd name="csY1" fmla="*/ 0 h 4933220"/>
              <a:gd name="csX2" fmla="*/ 3950658 w 4227873"/>
              <a:gd name="csY2" fmla="*/ 0 h 4933220"/>
              <a:gd name="csX3" fmla="*/ 4218040 w 4227873"/>
              <a:gd name="csY3" fmla="*/ 267382 h 4933220"/>
              <a:gd name="csX4" fmla="*/ 4227873 w 4227873"/>
              <a:gd name="csY4" fmla="*/ 4825728 h 4933220"/>
              <a:gd name="csX5" fmla="*/ 3950658 w 4227873"/>
              <a:gd name="csY5" fmla="*/ 4925962 h 4933220"/>
              <a:gd name="csX6" fmla="*/ 267382 w 4227873"/>
              <a:gd name="csY6" fmla="*/ 4925962 h 4933220"/>
              <a:gd name="csX7" fmla="*/ 0 w 4227873"/>
              <a:gd name="csY7" fmla="*/ 4658580 h 4933220"/>
              <a:gd name="csX8" fmla="*/ 0 w 4227873"/>
              <a:gd name="csY8" fmla="*/ 267382 h 4933220"/>
              <a:gd name="csX0" fmla="*/ 19665 w 4247538"/>
              <a:gd name="csY0" fmla="*/ 267382 h 4933220"/>
              <a:gd name="csX1" fmla="*/ 287047 w 4247538"/>
              <a:gd name="csY1" fmla="*/ 0 h 4933220"/>
              <a:gd name="csX2" fmla="*/ 3970323 w 4247538"/>
              <a:gd name="csY2" fmla="*/ 0 h 4933220"/>
              <a:gd name="csX3" fmla="*/ 4237705 w 4247538"/>
              <a:gd name="csY3" fmla="*/ 267382 h 4933220"/>
              <a:gd name="csX4" fmla="*/ 4247538 w 4247538"/>
              <a:gd name="csY4" fmla="*/ 4825728 h 4933220"/>
              <a:gd name="csX5" fmla="*/ 3970323 w 4247538"/>
              <a:gd name="csY5" fmla="*/ 4925962 h 4933220"/>
              <a:gd name="csX6" fmla="*/ 287047 w 4247538"/>
              <a:gd name="csY6" fmla="*/ 4925962 h 4933220"/>
              <a:gd name="csX7" fmla="*/ 0 w 4247538"/>
              <a:gd name="csY7" fmla="*/ 4786399 h 4933220"/>
              <a:gd name="csX8" fmla="*/ 19665 w 4247538"/>
              <a:gd name="csY8" fmla="*/ 267382 h 493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47538" h="4933220">
                <a:moveTo>
                  <a:pt x="19665" y="267382"/>
                </a:moveTo>
                <a:cubicBezTo>
                  <a:pt x="19665" y="119711"/>
                  <a:pt x="139376" y="0"/>
                  <a:pt x="287047" y="0"/>
                </a:cubicBezTo>
                <a:lnTo>
                  <a:pt x="3970323" y="0"/>
                </a:lnTo>
                <a:cubicBezTo>
                  <a:pt x="4117994" y="0"/>
                  <a:pt x="4237705" y="119711"/>
                  <a:pt x="4237705" y="267382"/>
                </a:cubicBezTo>
                <a:cubicBezTo>
                  <a:pt x="4237705" y="1731115"/>
                  <a:pt x="4247538" y="3361995"/>
                  <a:pt x="4247538" y="4825728"/>
                </a:cubicBezTo>
                <a:cubicBezTo>
                  <a:pt x="4247538" y="4973399"/>
                  <a:pt x="4117994" y="4925962"/>
                  <a:pt x="3970323" y="4925962"/>
                </a:cubicBezTo>
                <a:lnTo>
                  <a:pt x="287047" y="4925962"/>
                </a:lnTo>
                <a:cubicBezTo>
                  <a:pt x="139376" y="4925962"/>
                  <a:pt x="0" y="4934070"/>
                  <a:pt x="0" y="4786399"/>
                </a:cubicBezTo>
                <a:lnTo>
                  <a:pt x="19665" y="26738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059CF8-7810-94ED-6C20-B51C0AB43DE2}"/>
              </a:ext>
            </a:extLst>
          </p:cNvPr>
          <p:cNvSpPr/>
          <p:nvPr/>
        </p:nvSpPr>
        <p:spPr>
          <a:xfrm>
            <a:off x="157314" y="4607584"/>
            <a:ext cx="271370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4CA411-5AC1-4F97-3BA8-B1E61C395CFB}"/>
              </a:ext>
            </a:extLst>
          </p:cNvPr>
          <p:cNvSpPr/>
          <p:nvPr/>
        </p:nvSpPr>
        <p:spPr>
          <a:xfrm>
            <a:off x="334297" y="3065682"/>
            <a:ext cx="717755" cy="709905"/>
          </a:xfrm>
          <a:prstGeom prst="roundRect">
            <a:avLst/>
          </a:prstGeom>
          <a:ln>
            <a:noFill/>
          </a:ln>
          <a:effectLst>
            <a:outerShdw blurRad="635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42FF97E-E734-BD26-F67B-8F071D5DA32B}"/>
              </a:ext>
            </a:extLst>
          </p:cNvPr>
          <p:cNvSpPr/>
          <p:nvPr/>
        </p:nvSpPr>
        <p:spPr>
          <a:xfrm rot="21046907">
            <a:off x="133793" y="109481"/>
            <a:ext cx="2743235" cy="2101707"/>
          </a:xfrm>
          <a:custGeom>
            <a:avLst/>
            <a:gdLst>
              <a:gd name="csX0" fmla="*/ 595809 w 2642129"/>
              <a:gd name="csY0" fmla="*/ 4154 h 2077744"/>
              <a:gd name="csX1" fmla="*/ 2375092 w 2642129"/>
              <a:gd name="csY1" fmla="*/ 292915 h 2077744"/>
              <a:gd name="csX2" fmla="*/ 2637976 w 2642129"/>
              <a:gd name="csY2" fmla="*/ 657657 h 2077744"/>
              <a:gd name="csX3" fmla="*/ 2456405 w 2642129"/>
              <a:gd name="csY3" fmla="*/ 1776457 h 2077744"/>
              <a:gd name="csX4" fmla="*/ 2426489 w 2642129"/>
              <a:gd name="csY4" fmla="*/ 1794800 h 2077744"/>
              <a:gd name="csX5" fmla="*/ 1296792 w 2642129"/>
              <a:gd name="csY5" fmla="*/ 2077744 h 2077744"/>
              <a:gd name="csX6" fmla="*/ 11548 w 2642129"/>
              <a:gd name="csY6" fmla="*/ 1699426 h 2077744"/>
              <a:gd name="csX7" fmla="*/ 0 w 2642129"/>
              <a:gd name="csY7" fmla="*/ 1690820 h 2077744"/>
              <a:gd name="csX8" fmla="*/ 231067 w 2642129"/>
              <a:gd name="csY8" fmla="*/ 267038 h 2077744"/>
              <a:gd name="csX9" fmla="*/ 595809 w 2642129"/>
              <a:gd name="csY9" fmla="*/ 4154 h 20777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129" h="2077744">
                <a:moveTo>
                  <a:pt x="595809" y="4154"/>
                </a:moveTo>
                <a:lnTo>
                  <a:pt x="2375092" y="292915"/>
                </a:lnTo>
                <a:cubicBezTo>
                  <a:pt x="2548406" y="321042"/>
                  <a:pt x="2666103" y="484343"/>
                  <a:pt x="2637976" y="657657"/>
                </a:cubicBezTo>
                <a:lnTo>
                  <a:pt x="2456405" y="1776457"/>
                </a:lnTo>
                <a:lnTo>
                  <a:pt x="2426489" y="1794800"/>
                </a:lnTo>
                <a:cubicBezTo>
                  <a:pt x="2104010" y="1973436"/>
                  <a:pt x="1715257" y="2077744"/>
                  <a:pt x="1296792" y="2077744"/>
                </a:cubicBezTo>
                <a:cubicBezTo>
                  <a:pt x="808583" y="2077744"/>
                  <a:pt x="360815" y="1935769"/>
                  <a:pt x="11548" y="1699426"/>
                </a:cubicBezTo>
                <a:lnTo>
                  <a:pt x="0" y="1690820"/>
                </a:lnTo>
                <a:lnTo>
                  <a:pt x="231067" y="267038"/>
                </a:lnTo>
                <a:cubicBezTo>
                  <a:pt x="259194" y="93723"/>
                  <a:pt x="422495" y="-23974"/>
                  <a:pt x="595809" y="415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FFE3EB-6121-91C6-A8DB-EB54081FF0C2}"/>
              </a:ext>
            </a:extLst>
          </p:cNvPr>
          <p:cNvSpPr/>
          <p:nvPr/>
        </p:nvSpPr>
        <p:spPr>
          <a:xfrm>
            <a:off x="1199534" y="3075513"/>
            <a:ext cx="717755" cy="709905"/>
          </a:xfrm>
          <a:prstGeom prst="roundRect">
            <a:avLst/>
          </a:prstGeom>
          <a:ln>
            <a:noFill/>
          </a:ln>
          <a:effectLst>
            <a:outerShdw blurRad="635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9E0C03-3E1B-5E61-68AD-1E19430C4912}"/>
              </a:ext>
            </a:extLst>
          </p:cNvPr>
          <p:cNvSpPr/>
          <p:nvPr/>
        </p:nvSpPr>
        <p:spPr>
          <a:xfrm>
            <a:off x="2074603" y="3065681"/>
            <a:ext cx="717755" cy="709905"/>
          </a:xfrm>
          <a:prstGeom prst="roundRect">
            <a:avLst/>
          </a:prstGeom>
          <a:ln>
            <a:noFill/>
          </a:ln>
          <a:effectLst>
            <a:outerShdw blurRad="635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13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 Thakur</dc:creator>
  <cp:lastModifiedBy>Atharv Thakur</cp:lastModifiedBy>
  <cp:revision>3</cp:revision>
  <dcterms:created xsi:type="dcterms:W3CDTF">2026-05-12T11:51:21Z</dcterms:created>
  <dcterms:modified xsi:type="dcterms:W3CDTF">2026-05-16T08:13:21Z</dcterms:modified>
</cp:coreProperties>
</file>